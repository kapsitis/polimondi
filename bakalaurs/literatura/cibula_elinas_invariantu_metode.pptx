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655" autoAdjust="0"/>
  </p:normalViewPr>
  <p:slideViewPr>
    <p:cSldViewPr snapToGrid="0">
      <p:cViewPr>
        <p:scale>
          <a:sx n="55" d="100"/>
          <a:sy n="55" d="100"/>
        </p:scale>
        <p:origin x="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05E6F-A33F-430F-970E-3DD613290A7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77DDF-77EB-413C-98F4-D4F26A33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2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77DDF-77EB-413C-98F4-D4F26A3395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9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527C-00BF-4EC5-CF4A-0BEC9378E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FE27B-6DF7-BE2B-E77D-7D6B83B0B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39E5-7C17-D39C-9649-CEB2ADC0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D8FBB-FD10-00BA-88B1-59BFA30C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DB129-8AE5-5EBE-3DA6-48F54F8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A942-0A9E-EFF1-4B8E-63C72052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C8FE-A440-FE1F-EB86-B3D9DA7CA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53FD-9D1D-17AA-A809-DD419E1D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05AC6-BCB7-4DFC-A06E-F1E34787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B2807-9E1E-3DD5-93F7-F2D09EB4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58AC-3085-B350-EA8D-D00F2B6F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A294E-83CA-569E-9449-21457EF4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AF16F-0AC2-01BB-0F75-43C2B744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EF0B-FA0A-D6D4-EED5-E85851B7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E5F6-99E9-8226-B17E-B3DFA4D3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4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FEC4-38D5-4E03-8E1E-74BDA0D2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3E02-2ADB-E6B0-68CC-BB5F68E45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9BCEA-A7FA-F4ED-E91D-4CDD2CE9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64D7C-4913-61A4-C19B-C2865550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0347B-9676-13A3-62B1-E2E46F66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8A694-3EE0-6735-5BF6-0D9AF7C4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0DFE-2879-9C1B-277C-B9555467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01781-A4C0-502A-0269-02DBA4392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380A8-AF38-D56C-25F8-F784CA954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44C8E-3ACB-BB91-7CE1-AAFE2D7CD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BD47E-2A23-03DC-21F9-6A4BF0FAE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84C20-3A33-55F8-8C92-9BD616DB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5A590-BF3D-2BB2-9C07-CFD94A7A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50256-C380-CF3C-D831-43A93BB5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4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DA1C7-31E3-9432-D0FD-6A29065B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436C5-0462-DC46-847B-5C97E640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716CE-9F72-14FB-AAB6-40FF6FA6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86A7A-C79F-3039-D84A-31E65645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0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16EB2-0CC6-622C-50F6-0CFC0F42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359E8-6FF3-A81A-F6B2-DD9C5A20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4D9C9-B33F-EB47-9AF2-E4168B4C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6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9408-5E72-CDFC-42A7-32FDAFEA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97958-D728-BDFB-31FF-A290B15F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B8863-7D0C-468B-DA41-CD17187CF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AFFDE-6C8A-463C-255F-F5DAC651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02F1D-C3C4-3FBC-33E9-5F81B3A0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330AF-2021-6B49-AFDC-B782E9DC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8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EEAD-04D6-D65F-9E9F-A711425E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C0B50-0D24-37F6-8955-0E2595DF8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E8C9C-D453-9167-EFDA-CA5F81BFF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2370B-7494-953C-8449-87E2F232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42AC1-2CF5-0E01-EC49-19B8EC48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36C6C-7478-5E31-9AAF-5F7D2479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5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E49-FF86-6219-D81D-7F85552C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6992F-8EDF-E4BF-3382-FDDC8EE1E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B0330-CC36-7623-14AB-62D1A04A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F3FD4-9891-E08F-2CE8-6B3DF461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E334D-2FB2-21D6-EB39-37AFF0BA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D63FA4-44F5-7420-A3D2-EA147BC39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60380-BD93-55AB-D88D-72A7799EF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FB9D-7F88-43A7-F390-7CCA33CB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55D35-9C97-F90C-E722-7DD60CF9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4648C-FBF7-90AF-BADE-B4A3DDE9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9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D3C10-0525-7C1F-74AB-33A805A2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A26FF-D046-3814-EFAE-B0FED2F1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4132C-0F7C-1950-5746-35BE4CF60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B967F-B6BE-45FC-89F6-CEA4FE237C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EB03-5E3E-DB2D-D760-3848AF03C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CBB22-4C8A-3FE1-E147-A32DFC390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4D1E4-4F10-4680-891B-C7010305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9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FDB84B-21A8-6777-C178-AE6002CBE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44"/>
          <a:stretch/>
        </p:blipFill>
        <p:spPr>
          <a:xfrm>
            <a:off x="1514579" y="247270"/>
            <a:ext cx="7075847" cy="4106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F5F16E-FCB2-238A-D592-9975DF61FA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r="2114"/>
          <a:stretch/>
        </p:blipFill>
        <p:spPr>
          <a:xfrm rot="10800000">
            <a:off x="1495527" y="3497711"/>
            <a:ext cx="7172222" cy="740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41F9EE-962B-0A56-7D6E-74480103EED0}"/>
              </a:ext>
            </a:extLst>
          </p:cNvPr>
          <p:cNvSpPr txBox="1"/>
          <p:nvPr/>
        </p:nvSpPr>
        <p:spPr>
          <a:xfrm>
            <a:off x="9604887" y="2874845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9EC29-86F4-2FF5-2304-990F64A71499}"/>
              </a:ext>
            </a:extLst>
          </p:cNvPr>
          <p:cNvSpPr txBox="1"/>
          <p:nvPr/>
        </p:nvSpPr>
        <p:spPr>
          <a:xfrm>
            <a:off x="10984863" y="2874845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52EB5-8B32-B4BD-7098-3D6C9B7F45F1}"/>
              </a:ext>
            </a:extLst>
          </p:cNvPr>
          <p:cNvSpPr txBox="1"/>
          <p:nvPr/>
        </p:nvSpPr>
        <p:spPr>
          <a:xfrm>
            <a:off x="12874789" y="2879901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DF6C7-C136-ABB8-E5F3-062F5AFAE92B}"/>
              </a:ext>
            </a:extLst>
          </p:cNvPr>
          <p:cNvSpPr txBox="1"/>
          <p:nvPr/>
        </p:nvSpPr>
        <p:spPr>
          <a:xfrm>
            <a:off x="14764715" y="2877798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A068F8-B26E-4C58-EC0B-0671C07C447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rcRect l="986" t="-13365" r="5478" b="36222"/>
          <a:stretch/>
        </p:blipFill>
        <p:spPr>
          <a:xfrm rot="10800000">
            <a:off x="1514578" y="2541916"/>
            <a:ext cx="6853526" cy="5712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44E3B4-3970-1B3C-7540-35EFC9ECC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74" b="44117"/>
          <a:stretch/>
        </p:blipFill>
        <p:spPr>
          <a:xfrm>
            <a:off x="11505175" y="1695609"/>
            <a:ext cx="7172221" cy="8463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6D7631-9CF8-731B-0AD4-025707FA10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33621" y="2405300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E7BA4-C2BE-8577-AC5C-9D28B2A1DF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8098" y="2405300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771070-3F1F-6669-0108-C1BA0C0E03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58024" y="2405300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310AA-C026-A4A2-5C75-19C3039CFE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16793" y="2411572"/>
            <a:ext cx="6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4000" b="1" dirty="0"/>
              <a:t>…</a:t>
            </a:r>
            <a:endParaRPr lang="en-US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F24DB1-0535-5557-3737-BE48C36B227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rcRect t="17602" r="4029"/>
          <a:stretch/>
        </p:blipFill>
        <p:spPr>
          <a:xfrm>
            <a:off x="1654875" y="2932832"/>
            <a:ext cx="7031925" cy="6101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237B1F-9B69-3720-FAAF-28006FCF4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19" r="1344" b="4187"/>
          <a:stretch/>
        </p:blipFill>
        <p:spPr>
          <a:xfrm>
            <a:off x="1505053" y="3266578"/>
            <a:ext cx="7075847" cy="17245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54F379-EF4F-1E88-B6B9-C61872A617A2}"/>
              </a:ext>
            </a:extLst>
          </p:cNvPr>
          <p:cNvPicPr/>
          <p:nvPr/>
        </p:nvPicPr>
        <p:blipFill>
          <a:blip r:embed="rId4"/>
          <a:srcRect l="986" t="-13365" r="5478" b="36222"/>
          <a:stretch/>
        </p:blipFill>
        <p:spPr>
          <a:xfrm>
            <a:off x="10404124" y="4009972"/>
            <a:ext cx="6853526" cy="57126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CF8BDB6-4776-F835-F6D3-6FADD9E9C9C0}"/>
              </a:ext>
            </a:extLst>
          </p:cNvPr>
          <p:cNvPicPr/>
          <p:nvPr/>
        </p:nvPicPr>
        <p:blipFill>
          <a:blip r:embed="rId4"/>
          <a:srcRect t="17602" r="4029"/>
          <a:stretch/>
        </p:blipFill>
        <p:spPr>
          <a:xfrm rot="10800000">
            <a:off x="10011969" y="5137266"/>
            <a:ext cx="7031925" cy="61019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AB878B16-1915-5647-5C4F-125E3CB15749}"/>
              </a:ext>
            </a:extLst>
          </p:cNvPr>
          <p:cNvGrpSpPr/>
          <p:nvPr/>
        </p:nvGrpSpPr>
        <p:grpSpPr>
          <a:xfrm rot="10800000" flipH="1">
            <a:off x="10773796" y="4375733"/>
            <a:ext cx="7191273" cy="4106617"/>
            <a:chOff x="1626298" y="2874845"/>
            <a:chExt cx="7191273" cy="410661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F8626B2-81D1-353A-C7F3-1E4A417C63B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45350" y="2874845"/>
              <a:ext cx="7172221" cy="41066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6A409A8-1156-0269-4C16-71EF20275C9A}"/>
                </a:ext>
              </a:extLst>
            </p:cNvPr>
            <p:cNvPicPr/>
            <p:nvPr/>
          </p:nvPicPr>
          <p:blipFill>
            <a:blip r:embed="rId4"/>
            <a:srcRect r="2114"/>
            <a:stretch/>
          </p:blipFill>
          <p:spPr>
            <a:xfrm rot="10800000">
              <a:off x="1626298" y="6125286"/>
              <a:ext cx="7172222" cy="74054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3F05F2E-9067-3F22-3051-9713E2D38CB8}"/>
                </a:ext>
              </a:extLst>
            </p:cNvPr>
            <p:cNvPicPr/>
            <p:nvPr/>
          </p:nvPicPr>
          <p:blipFill>
            <a:blip r:embed="rId4"/>
            <a:srcRect l="986" t="-13365" r="5478" b="36222"/>
            <a:stretch/>
          </p:blipFill>
          <p:spPr>
            <a:xfrm rot="10800000">
              <a:off x="1645349" y="5169491"/>
              <a:ext cx="6853526" cy="571269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962FC5B-DC34-000A-1F38-B49E1F58D01E}"/>
                </a:ext>
              </a:extLst>
            </p:cNvPr>
            <p:cNvSpPr txBox="1"/>
            <p:nvPr/>
          </p:nvSpPr>
          <p:spPr>
            <a:xfrm>
              <a:off x="2264392" y="5032875"/>
              <a:ext cx="6531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lv-LV" sz="4000" b="1" dirty="0"/>
                <a:t>…</a:t>
              </a:r>
              <a:endParaRPr lang="en-US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DE7E34-5D67-2E48-917C-6CDD36C98606}"/>
                </a:ext>
              </a:extLst>
            </p:cNvPr>
            <p:cNvSpPr txBox="1"/>
            <p:nvPr/>
          </p:nvSpPr>
          <p:spPr>
            <a:xfrm>
              <a:off x="3698869" y="5032875"/>
              <a:ext cx="6531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lv-LV" sz="4000" b="1" dirty="0"/>
                <a:t>…</a:t>
              </a:r>
              <a:endParaRPr lang="en-US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42DC8A4-4B7A-29E0-490C-E31298163EBD}"/>
                </a:ext>
              </a:extLst>
            </p:cNvPr>
            <p:cNvSpPr txBox="1"/>
            <p:nvPr/>
          </p:nvSpPr>
          <p:spPr>
            <a:xfrm>
              <a:off x="5588795" y="5032875"/>
              <a:ext cx="6531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lv-LV" sz="4000" b="1" dirty="0"/>
                <a:t>…</a:t>
              </a:r>
              <a:endParaRPr lang="en-US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887AF71-FE4F-7C0A-6CA9-89AF5EF70319}"/>
                </a:ext>
              </a:extLst>
            </p:cNvPr>
            <p:cNvSpPr txBox="1"/>
            <p:nvPr/>
          </p:nvSpPr>
          <p:spPr>
            <a:xfrm>
              <a:off x="7447564" y="5039147"/>
              <a:ext cx="6531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lv-LV" sz="4000" b="1" dirty="0"/>
                <a:t>…</a:t>
              </a:r>
              <a:endParaRPr lang="en-US" b="1" dirty="0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6A62C12-22C1-0E86-9727-09BD87730571}"/>
                </a:ext>
              </a:extLst>
            </p:cNvPr>
            <p:cNvPicPr/>
            <p:nvPr/>
          </p:nvPicPr>
          <p:blipFill>
            <a:blip r:embed="rId4"/>
            <a:srcRect t="17602" r="4029"/>
            <a:stretch/>
          </p:blipFill>
          <p:spPr>
            <a:xfrm>
              <a:off x="1785646" y="5560407"/>
              <a:ext cx="7031925" cy="610196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E10AFA2-936F-24C3-9A4D-433E765F4E2A}"/>
                </a:ext>
              </a:extLst>
            </p:cNvPr>
            <p:cNvPicPr/>
            <p:nvPr/>
          </p:nvPicPr>
          <p:blipFill>
            <a:blip r:embed="rId3"/>
            <a:srcRect t="53819" b="20144"/>
            <a:stretch/>
          </p:blipFill>
          <p:spPr>
            <a:xfrm>
              <a:off x="1635824" y="5894154"/>
              <a:ext cx="7172221" cy="1069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618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13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Rudzāte</dc:creator>
  <cp:lastModifiedBy>Marta Rudzāte</cp:lastModifiedBy>
  <cp:revision>1</cp:revision>
  <dcterms:created xsi:type="dcterms:W3CDTF">2025-01-07T15:15:50Z</dcterms:created>
  <dcterms:modified xsi:type="dcterms:W3CDTF">2025-01-07T20:29:31Z</dcterms:modified>
</cp:coreProperties>
</file>